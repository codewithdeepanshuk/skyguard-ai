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0A2540"/>
                </a:solidFill>
                <a:latin typeface="Arial"/>
              </a:defRPr>
            </a:pPr>
            <a:r>
              <a:t>TECHNICAL APPROACH</a:t>
            </a:r>
          </a:p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From weather readings to explainable sensor alerts  •  SIH Problem Statement 26073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2926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0A2540"/>
                </a:solidFill>
              </a:defRPr>
            </a:pPr>
            <a:r>
              <a:t>1. Collect and check readings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</a:defRPr>
            </a:pPr>
            <a:r>
              <a:t>Ingests temperature, atmospheric pressure, and humidity observations. Preserves original raw readings while applying physical bounds, rate-of-change, and transmission gap checks.</a:t>
            </a:r>
          </a:p>
          <a:p>
            <a:pPr>
              <a:defRPr b="1" sz="1300">
                <a:solidFill>
                  <a:srgbClr val="0A2540"/>
                </a:solidFill>
              </a:defRPr>
            </a:pPr>
            <a:r>
              <a:t>2. Compare history and nearby stations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</a:defRPr>
            </a:pPr>
            <a:r>
              <a:t>Evaluates temporal sequence dynamics (sudden jumps, stuck readings, slow drift) and compares nearby peer stations with location and elevation adjustments where implemented.</a:t>
            </a:r>
          </a:p>
          <a:p>
            <a:pPr>
              <a:defRPr b="1" sz="1300">
                <a:solidFill>
                  <a:srgbClr val="0A2540"/>
                </a:solidFill>
              </a:defRPr>
            </a:pPr>
            <a:r>
              <a:t>3. Explain alerts to operators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Distinguishes regional synoptic weather movements from isolated sensor failure. Dispatches operator alerts with root-cause reasons and clearly labelled estimated readings.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143000"/>
            <a:ext cx="78638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1. Collect Weather Readings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Temperature  •  Pressure  •  Humidity   (Connected weather-station data sources)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78638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2. Check Data Quality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Missing readings  •  Wrong values  •  Time gaps   (Preserve original readings and attach quality flags)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514600"/>
            <a:ext cx="78638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3. Detect Unusual Patterns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Sudden jumps  •  Stuck readings  •  Slow drift   (AI models and basic quality checks examine current &amp; past readings)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200400"/>
            <a:ext cx="7863840" cy="53035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4. Check Supporting Evidence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Station history  •  Nearby stations   (Compare suitable nearby stations, accounting for location &amp; elevation)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3886200"/>
            <a:ext cx="2487168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5803D"/>
                </a:solidFill>
              </a:defRPr>
            </a:pPr>
            <a:r>
              <a:t>Likely Real Weather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Similar changes nearby</a:t>
            </a:r>
            <a:br/>
            <a:r>
              <a:t>(Weather Advisory)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7375" y="3886200"/>
            <a:ext cx="2487168" cy="777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B91C1C"/>
                </a:solidFill>
              </a:defRPr>
            </a:pPr>
            <a:r>
              <a:t>Suspected Sensor Fault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Unusual station behaviour</a:t>
            </a:r>
            <a:br/>
            <a:r>
              <a:t>(Confirmed by persistence &amp; fault evidence)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25711" y="3886200"/>
            <a:ext cx="2487168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B45309"/>
                </a:solidFill>
              </a:defRPr>
            </a:pPr>
            <a:r>
              <a:t>Needs Review</a:t>
            </a:r>
          </a:p>
          <a:p>
            <a:pPr algn="ctr">
              <a:defRPr sz="950">
                <a:solidFill>
                  <a:srgbClr val="0F172A"/>
                </a:solidFill>
              </a:defRPr>
            </a:pPr>
            <a:r>
              <a:t>Insufficient or conflicting evidence</a:t>
            </a:r>
            <a:br/>
            <a:r>
              <a:t>(Uncertain cases not marked healthy)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782312"/>
            <a:ext cx="786384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Maintenance Support — fault explanation and clearly labelled estimated readings (original records preserved)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5257800"/>
            <a:ext cx="7863840" cy="5486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6. Operator Dashboard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Station map  •  Reading trends  •  Alerts with reasons   (Displays weather advisories, suspected faults, &amp; reviews)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43600"/>
            <a:ext cx="110642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>
              <a:defRPr b="1" sz="950">
                <a:solidFill>
                  <a:srgbClr val="0A2540"/>
                </a:solidFill>
              </a:defRPr>
            </a:pPr>
            <a:r>
              <a:t>Technology used (Verified in Codebase):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Data / API: Python, FastAPI   |   Analysis: LightGBM, Scikit-learn (Isolation Forest), Rule-based Quality Checks (CUSUM, Step, Range, Spatial Consensus)   |   Storage: SQLite (Local Default), PostgreSQL (Production DB)   |   Dashboard: Next.js 14, React 18, MapLibre GL, Recharts, Tailwind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